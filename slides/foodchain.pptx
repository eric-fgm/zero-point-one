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(~15s): Our project is an agent-based simulation of a five-level food chain
governed by the ecological 10% energy rule. The question we ask: under that hard rule,
how long can each level survive - and what decides the fate of the apex predator.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(~45s): Only a tenth of the energy crosses each level, so a huge producer base
supports a tiny apex. We don't ask "does it reach equilibrium" - we ask how long each
level lasts and which parameters keep the apex alive longest.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(~60s): Every individual is an agent with an energy budget. Predators steer toward
prey and away from threats; eating transfers exactly 10% of the prey's energy. One central
scheduler steps the world tick by tick, so a given seed always reproduces the same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(~90s): Here is the model running. Watch the bottom chart: grass and herbivores
oscillate, then the upper predators drop out one by one. Every slider on the left is an
experiment knob - energy yield, metabolism, herding - which we sweep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(~30s): We run the engine head-less over a grid of parameters, thirty seeds each,
and report mean plus/minus one standard deviation. Because collapse is inevitable here,
the meaningful number is duration, and the error bars tell us what is signal vs noise.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(~60s): Middle predators die first - squeezed from both sides. The apex lingers not
because it thrives but because nothing eats it. Crucially, the more efficient the energy
transfer, the longer L5 holds on - a direct readout of the 10%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(~45s): The single biggest factor is the cost of living. Halve metabolism and the
apex lasts more than twice as long. The trend is clean and the error bars are tight - this
is a robust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(~75s): This is our honesty slide. With more seeds and error bars, the apparent
benefit of herding vanishes into the noise - every configuration overlaps. Emergent
movement changes how agents cluster, but it does not change who survives or for how long.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(~45s): The take-away is the fragility of the top of the energy pyramid, exactly as
the 10% rule predicts. Next we'd add grass regeneration so the system can recover, and
heritable traits to study selection. Thank you - happy to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Chain with the 10% Energy Rule</dc:title>
  <dc:subject>PptxGenJS Presentation</dc:subject>
  <dc:creator>Created by Marp</dc:creator>
  <cp:lastModifiedBy>Created by Marp</cp:lastModifiedBy>
  <cp:revision>1</cp:revision>
  <dcterms:created xsi:type="dcterms:W3CDTF">2026-06-21T23:41:02Z</dcterms:created>
  <dcterms:modified xsi:type="dcterms:W3CDTF">2026-06-21T23:41:02Z</dcterms:modified>
</cp:coreProperties>
</file>